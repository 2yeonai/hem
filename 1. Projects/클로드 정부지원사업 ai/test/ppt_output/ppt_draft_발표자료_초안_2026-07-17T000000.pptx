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발표자료 초안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발표자료 초안 — 제출확정본(submitted_application_ref) 재구성, 신규 창작 없음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제품·서비스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ex) 한복제조업(X) / 미디어 콘텐츠를 활용한 새로운 한복문화 창조 ‘OOO한복’ (O) 사업 개요 및 * 계획한 사업의 개요 및 추진하려는 이유와 이를 통해 달성하고자 하는 구체적인 목표 필요성 , 해당 사업이 왜 시장에서 필요한 지, 사업의 정당성과 요구를 뒷받침하는 내용을 상세히 기재 우리 사업에 대한 기술개발 및 사업화 달성 목표 작성 (해당시) 협력기관과의 협업계획 사업 목표 및 * 단독 지원하는 경우에도, 추후 민간 협력기관 매칭 후 사업기간 내 협업 계획 작성 必 추진방안 * 아이디어 선정 시 지원금 사용 계획 포함 (민간 협력기관과의 연관성 必) * 사업을 확장하거나 혁신을 촉진할 수 있도록 효과적으로 정부지원금을 집행하기 위한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계획, 지원분야별, 사업비목별 활용 계획 구분 세부 내용 금액(원) 기술개발 상호 체결 구조 설계 및 시제품 제작 20,000,000 기술개발 활성탄 탈취층 및 흡수구조 성능 개선 10,000,000 사업비 기술개발 친환경 차수필름·생분해 소재 적용 테스트 13,000,000 비목별 시험분석 흡수력·탈취력·누수·내구성 시험 및 분석 8,000,000 집행계획 산업재산권 특허·디자인 출원 및 지식재산권 확보 11,000,000 (간략히) 디자인·브랜딩 브랜드 개발 및 패키지 디자인 8,000,000 사업화 상세페이지·홍보 콘텐츠·제품 촬영 제작 9,000,000 마케팅 쿠팡·스마트스토어 중심 온라인 마케팅 8,000,000 사용자 검증 체험단 운영 및 소비자 사용성 테스트 5,000,000 협력기관 연계 시제품 생산 및 제조 협업 비용 8,000,000 합계 100,000,000 참여인력 * 사업 …(제출확정본 원문 일부 생략)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사업비 집행계획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(세부) (단위 : 백만원) 구분 세 부 내 역 예 산 산 출 근 거 기 술 개 발 소 계 사 업 화 소 계 계 - 4 - &lt;서식 3&gt; 개인정보 수집· 이용 및 제공 동의서 (참여기관 모두 작성) 개인정보 수집·이용 안내 개인정보의 수집·이용 및 제공에 관한 고지사항 개인정보보호법 제15조 제1항 제3호(법령 등에서 정하는 소관업무 수행), 제4호(계약 체결 및 이행) 에 따라 정보주체의 동의 없이 개인정보를 수집·이용합니다. ￭ 개인정보의 수집·이용 목적 ‐ 소상공인시장진흥공단 소상공인 생활문화 혁신지원 사업 운영·관리 ￭ 개인정보의 수집 항목 ‐ 성명, 생년월일, 성별, 휴대폰번호, 이메일, 사업자등록번호 ￭ 개인정보의 보유 및 이용 기간 ‐ 5년 ￭ 수집 근거 ‐ 개인정보보호법 제15조 제1항 제3호(법령 등에서 정하는 소관업무 수행) 소상공인 보호 및 지원에 관한 법률 제8조(소상공인 창 …(제출확정본 원문 일부 생략)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